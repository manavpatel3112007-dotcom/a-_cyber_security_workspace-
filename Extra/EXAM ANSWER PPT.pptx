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61" r:id="rId4"/>
    <p:sldId id="259" r:id="rId5"/>
    <p:sldId id="260" r:id="rId6"/>
    <p:sldId id="262"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3" autoAdjust="0"/>
    <p:restoredTop sz="94660"/>
  </p:normalViewPr>
  <p:slideViewPr>
    <p:cSldViewPr snapToGrid="0">
      <p:cViewPr varScale="1">
        <p:scale>
          <a:sx n="64" d="100"/>
          <a:sy n="64" d="100"/>
        </p:scale>
        <p:origin x="96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68F63-28C3-EFCA-89F6-D557EE6B2E12}"/>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IN"/>
          </a:p>
        </p:txBody>
      </p:sp>
      <p:sp>
        <p:nvSpPr>
          <p:cNvPr id="3" name="Subtitle 2">
            <a:extLst>
              <a:ext uri="{FF2B5EF4-FFF2-40B4-BE49-F238E27FC236}">
                <a16:creationId xmlns:a16="http://schemas.microsoft.com/office/drawing/2014/main" id="{42AA536E-EFD6-3D20-52C0-3AB3E2A6C4D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IN"/>
          </a:p>
        </p:txBody>
      </p:sp>
      <p:sp>
        <p:nvSpPr>
          <p:cNvPr id="4" name="Date Placeholder 3">
            <a:extLst>
              <a:ext uri="{FF2B5EF4-FFF2-40B4-BE49-F238E27FC236}">
                <a16:creationId xmlns:a16="http://schemas.microsoft.com/office/drawing/2014/main" id="{56E4A7EE-2A5E-66DF-87D1-C984ED285DAC}"/>
              </a:ext>
            </a:extLst>
          </p:cNvPr>
          <p:cNvSpPr>
            <a:spLocks noGrp="1"/>
          </p:cNvSpPr>
          <p:nvPr>
            <p:ph type="dt" sz="half" idx="10"/>
          </p:nvPr>
        </p:nvSpPr>
        <p:spPr/>
        <p:txBody>
          <a:bodyPr/>
          <a:lstStyle/>
          <a:p>
            <a:fld id="{DEA70BE5-6C6A-42D5-929A-63402E0DEA3D}" type="datetimeFigureOut">
              <a:rPr lang="en-IN" smtClean="0"/>
              <a:t>27-06-2026</a:t>
            </a:fld>
            <a:endParaRPr lang="en-IN"/>
          </a:p>
        </p:txBody>
      </p:sp>
      <p:sp>
        <p:nvSpPr>
          <p:cNvPr id="5" name="Footer Placeholder 4">
            <a:extLst>
              <a:ext uri="{FF2B5EF4-FFF2-40B4-BE49-F238E27FC236}">
                <a16:creationId xmlns:a16="http://schemas.microsoft.com/office/drawing/2014/main" id="{982ABE02-2C16-4155-D486-7D77584B59C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F86960E-46C0-CBE4-CFE3-DCC0C5E13F7C}"/>
              </a:ext>
            </a:extLst>
          </p:cNvPr>
          <p:cNvSpPr>
            <a:spLocks noGrp="1"/>
          </p:cNvSpPr>
          <p:nvPr>
            <p:ph type="sldNum" sz="quarter" idx="12"/>
          </p:nvPr>
        </p:nvSpPr>
        <p:spPr/>
        <p:txBody>
          <a:bodyPr/>
          <a:lstStyle/>
          <a:p>
            <a:fld id="{92272A22-0140-4B6D-BAB3-04B8BD85D8CC}" type="slidenum">
              <a:rPr lang="en-IN" smtClean="0"/>
              <a:t>‹#›</a:t>
            </a:fld>
            <a:endParaRPr lang="en-IN"/>
          </a:p>
        </p:txBody>
      </p:sp>
    </p:spTree>
    <p:extLst>
      <p:ext uri="{BB962C8B-B14F-4D97-AF65-F5344CB8AC3E}">
        <p14:creationId xmlns:p14="http://schemas.microsoft.com/office/powerpoint/2010/main" val="28214868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012CB-DEBE-D4FA-32F8-9FACB7851B34}"/>
              </a:ext>
            </a:extLst>
          </p:cNvPr>
          <p:cNvSpPr>
            <a:spLocks noGrp="1"/>
          </p:cNvSpPr>
          <p:nvPr>
            <p:ph type="title"/>
          </p:nvPr>
        </p:nvSpPr>
        <p:spPr/>
        <p:txBody>
          <a:bodyPr/>
          <a:lstStyle/>
          <a:p>
            <a:r>
              <a:rPr lang="en-GB"/>
              <a:t>Click to edit Master title style</a:t>
            </a:r>
            <a:endParaRPr lang="en-IN"/>
          </a:p>
        </p:txBody>
      </p:sp>
      <p:sp>
        <p:nvSpPr>
          <p:cNvPr id="3" name="Content Placeholder 2">
            <a:extLst>
              <a:ext uri="{FF2B5EF4-FFF2-40B4-BE49-F238E27FC236}">
                <a16:creationId xmlns:a16="http://schemas.microsoft.com/office/drawing/2014/main" id="{67785060-4ADB-024F-AF4A-07483288F2D5}"/>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DA800E82-20F6-B576-B502-4C6928B82908}"/>
              </a:ext>
            </a:extLst>
          </p:cNvPr>
          <p:cNvSpPr>
            <a:spLocks noGrp="1"/>
          </p:cNvSpPr>
          <p:nvPr>
            <p:ph type="dt" sz="half" idx="10"/>
          </p:nvPr>
        </p:nvSpPr>
        <p:spPr/>
        <p:txBody>
          <a:bodyPr/>
          <a:lstStyle/>
          <a:p>
            <a:fld id="{DEA70BE5-6C6A-42D5-929A-63402E0DEA3D}" type="datetimeFigureOut">
              <a:rPr lang="en-IN" smtClean="0"/>
              <a:t>27-06-2026</a:t>
            </a:fld>
            <a:endParaRPr lang="en-IN"/>
          </a:p>
        </p:txBody>
      </p:sp>
      <p:sp>
        <p:nvSpPr>
          <p:cNvPr id="5" name="Footer Placeholder 4">
            <a:extLst>
              <a:ext uri="{FF2B5EF4-FFF2-40B4-BE49-F238E27FC236}">
                <a16:creationId xmlns:a16="http://schemas.microsoft.com/office/drawing/2014/main" id="{59A3550A-82B1-836C-8DF5-8CAAC490FF1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CA6C02B-F655-3D99-91F7-D5963DD81AD8}"/>
              </a:ext>
            </a:extLst>
          </p:cNvPr>
          <p:cNvSpPr>
            <a:spLocks noGrp="1"/>
          </p:cNvSpPr>
          <p:nvPr>
            <p:ph type="sldNum" sz="quarter" idx="12"/>
          </p:nvPr>
        </p:nvSpPr>
        <p:spPr/>
        <p:txBody>
          <a:bodyPr/>
          <a:lstStyle/>
          <a:p>
            <a:fld id="{92272A22-0140-4B6D-BAB3-04B8BD85D8CC}" type="slidenum">
              <a:rPr lang="en-IN" smtClean="0"/>
              <a:t>‹#›</a:t>
            </a:fld>
            <a:endParaRPr lang="en-IN"/>
          </a:p>
        </p:txBody>
      </p:sp>
    </p:spTree>
    <p:extLst>
      <p:ext uri="{BB962C8B-B14F-4D97-AF65-F5344CB8AC3E}">
        <p14:creationId xmlns:p14="http://schemas.microsoft.com/office/powerpoint/2010/main" val="7860311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934BF-697F-56C8-269A-0F49A50E7C7B}"/>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IN"/>
          </a:p>
        </p:txBody>
      </p:sp>
      <p:sp>
        <p:nvSpPr>
          <p:cNvPr id="3" name="Text Placeholder 2">
            <a:extLst>
              <a:ext uri="{FF2B5EF4-FFF2-40B4-BE49-F238E27FC236}">
                <a16:creationId xmlns:a16="http://schemas.microsoft.com/office/drawing/2014/main" id="{154EC11E-7FF9-05AA-55FC-F1518284C0A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7C1E8B6-F395-F64E-2D98-629379809B62}"/>
              </a:ext>
            </a:extLst>
          </p:cNvPr>
          <p:cNvSpPr>
            <a:spLocks noGrp="1"/>
          </p:cNvSpPr>
          <p:nvPr>
            <p:ph type="dt" sz="half" idx="10"/>
          </p:nvPr>
        </p:nvSpPr>
        <p:spPr/>
        <p:txBody>
          <a:bodyPr/>
          <a:lstStyle/>
          <a:p>
            <a:fld id="{DEA70BE5-6C6A-42D5-929A-63402E0DEA3D}" type="datetimeFigureOut">
              <a:rPr lang="en-IN" smtClean="0"/>
              <a:t>27-06-2026</a:t>
            </a:fld>
            <a:endParaRPr lang="en-IN"/>
          </a:p>
        </p:txBody>
      </p:sp>
      <p:sp>
        <p:nvSpPr>
          <p:cNvPr id="5" name="Footer Placeholder 4">
            <a:extLst>
              <a:ext uri="{FF2B5EF4-FFF2-40B4-BE49-F238E27FC236}">
                <a16:creationId xmlns:a16="http://schemas.microsoft.com/office/drawing/2014/main" id="{C2FFD2EF-6068-6923-B06D-12B61D026F3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A984B29-940B-64A2-BCA2-E1F2A5E7175B}"/>
              </a:ext>
            </a:extLst>
          </p:cNvPr>
          <p:cNvSpPr>
            <a:spLocks noGrp="1"/>
          </p:cNvSpPr>
          <p:nvPr>
            <p:ph type="sldNum" sz="quarter" idx="12"/>
          </p:nvPr>
        </p:nvSpPr>
        <p:spPr/>
        <p:txBody>
          <a:bodyPr/>
          <a:lstStyle/>
          <a:p>
            <a:fld id="{92272A22-0140-4B6D-BAB3-04B8BD85D8CC}" type="slidenum">
              <a:rPr lang="en-IN" smtClean="0"/>
              <a:t>‹#›</a:t>
            </a:fld>
            <a:endParaRPr lang="en-IN"/>
          </a:p>
        </p:txBody>
      </p:sp>
    </p:spTree>
    <p:extLst>
      <p:ext uri="{BB962C8B-B14F-4D97-AF65-F5344CB8AC3E}">
        <p14:creationId xmlns:p14="http://schemas.microsoft.com/office/powerpoint/2010/main" val="13973857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BFD927-B063-59B3-E9BC-2AF5861646B1}"/>
              </a:ext>
            </a:extLst>
          </p:cNvPr>
          <p:cNvSpPr>
            <a:spLocks noGrp="1"/>
          </p:cNvSpPr>
          <p:nvPr>
            <p:ph type="title"/>
          </p:nvPr>
        </p:nvSpPr>
        <p:spPr/>
        <p:txBody>
          <a:bodyPr/>
          <a:lstStyle/>
          <a:p>
            <a:r>
              <a:rPr lang="en-GB"/>
              <a:t>Click to edit Master title style</a:t>
            </a:r>
            <a:endParaRPr lang="en-IN"/>
          </a:p>
        </p:txBody>
      </p:sp>
      <p:sp>
        <p:nvSpPr>
          <p:cNvPr id="3" name="Content Placeholder 2">
            <a:extLst>
              <a:ext uri="{FF2B5EF4-FFF2-40B4-BE49-F238E27FC236}">
                <a16:creationId xmlns:a16="http://schemas.microsoft.com/office/drawing/2014/main" id="{1255099A-93DB-2630-7F59-98A8806D7F14}"/>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Content Placeholder 3">
            <a:extLst>
              <a:ext uri="{FF2B5EF4-FFF2-40B4-BE49-F238E27FC236}">
                <a16:creationId xmlns:a16="http://schemas.microsoft.com/office/drawing/2014/main" id="{B3B5C940-3F91-1D09-45AD-A17378376653}"/>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5" name="Date Placeholder 4">
            <a:extLst>
              <a:ext uri="{FF2B5EF4-FFF2-40B4-BE49-F238E27FC236}">
                <a16:creationId xmlns:a16="http://schemas.microsoft.com/office/drawing/2014/main" id="{B52AB550-8B66-8F33-6AAC-CA48A8E3991D}"/>
              </a:ext>
            </a:extLst>
          </p:cNvPr>
          <p:cNvSpPr>
            <a:spLocks noGrp="1"/>
          </p:cNvSpPr>
          <p:nvPr>
            <p:ph type="dt" sz="half" idx="10"/>
          </p:nvPr>
        </p:nvSpPr>
        <p:spPr/>
        <p:txBody>
          <a:bodyPr/>
          <a:lstStyle/>
          <a:p>
            <a:fld id="{DEA70BE5-6C6A-42D5-929A-63402E0DEA3D}" type="datetimeFigureOut">
              <a:rPr lang="en-IN" smtClean="0"/>
              <a:t>27-06-2026</a:t>
            </a:fld>
            <a:endParaRPr lang="en-IN"/>
          </a:p>
        </p:txBody>
      </p:sp>
      <p:sp>
        <p:nvSpPr>
          <p:cNvPr id="6" name="Footer Placeholder 5">
            <a:extLst>
              <a:ext uri="{FF2B5EF4-FFF2-40B4-BE49-F238E27FC236}">
                <a16:creationId xmlns:a16="http://schemas.microsoft.com/office/drawing/2014/main" id="{D789A46D-81C5-508D-6A1F-C61BF1426C2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4F70003-0191-CDD5-5499-036B68E6B7D1}"/>
              </a:ext>
            </a:extLst>
          </p:cNvPr>
          <p:cNvSpPr>
            <a:spLocks noGrp="1"/>
          </p:cNvSpPr>
          <p:nvPr>
            <p:ph type="sldNum" sz="quarter" idx="12"/>
          </p:nvPr>
        </p:nvSpPr>
        <p:spPr/>
        <p:txBody>
          <a:bodyPr/>
          <a:lstStyle/>
          <a:p>
            <a:fld id="{92272A22-0140-4B6D-BAB3-04B8BD85D8CC}" type="slidenum">
              <a:rPr lang="en-IN" smtClean="0"/>
              <a:t>‹#›</a:t>
            </a:fld>
            <a:endParaRPr lang="en-IN"/>
          </a:p>
        </p:txBody>
      </p:sp>
    </p:spTree>
    <p:extLst>
      <p:ext uri="{BB962C8B-B14F-4D97-AF65-F5344CB8AC3E}">
        <p14:creationId xmlns:p14="http://schemas.microsoft.com/office/powerpoint/2010/main" val="3405266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F2C56D-A2BB-8501-249E-B43F3E80DA69}"/>
              </a:ext>
            </a:extLst>
          </p:cNvPr>
          <p:cNvSpPr>
            <a:spLocks noGrp="1"/>
          </p:cNvSpPr>
          <p:nvPr>
            <p:ph type="title"/>
          </p:nvPr>
        </p:nvSpPr>
        <p:spPr>
          <a:xfrm>
            <a:off x="839788" y="365125"/>
            <a:ext cx="10515600" cy="1325563"/>
          </a:xfrm>
        </p:spPr>
        <p:txBody>
          <a:bodyPr/>
          <a:lstStyle/>
          <a:p>
            <a:r>
              <a:rPr lang="en-GB"/>
              <a:t>Click to edit Master title style</a:t>
            </a:r>
            <a:endParaRPr lang="en-IN"/>
          </a:p>
        </p:txBody>
      </p:sp>
      <p:sp>
        <p:nvSpPr>
          <p:cNvPr id="3" name="Text Placeholder 2">
            <a:extLst>
              <a:ext uri="{FF2B5EF4-FFF2-40B4-BE49-F238E27FC236}">
                <a16:creationId xmlns:a16="http://schemas.microsoft.com/office/drawing/2014/main" id="{6D507B5B-5496-3CCF-388A-E2E3BC18CDD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4E33E24-B057-C95E-21AF-36F60ACB6CBC}"/>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5" name="Text Placeholder 4">
            <a:extLst>
              <a:ext uri="{FF2B5EF4-FFF2-40B4-BE49-F238E27FC236}">
                <a16:creationId xmlns:a16="http://schemas.microsoft.com/office/drawing/2014/main" id="{6E31FFAD-ADAA-024E-8E9F-C671B9288A9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082E636F-FF10-3B1C-30CC-33FD0BC7E20B}"/>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7" name="Date Placeholder 6">
            <a:extLst>
              <a:ext uri="{FF2B5EF4-FFF2-40B4-BE49-F238E27FC236}">
                <a16:creationId xmlns:a16="http://schemas.microsoft.com/office/drawing/2014/main" id="{09CFC85E-9CBE-6D9F-D447-B79CFE02125A}"/>
              </a:ext>
            </a:extLst>
          </p:cNvPr>
          <p:cNvSpPr>
            <a:spLocks noGrp="1"/>
          </p:cNvSpPr>
          <p:nvPr>
            <p:ph type="dt" sz="half" idx="10"/>
          </p:nvPr>
        </p:nvSpPr>
        <p:spPr/>
        <p:txBody>
          <a:bodyPr/>
          <a:lstStyle/>
          <a:p>
            <a:fld id="{DEA70BE5-6C6A-42D5-929A-63402E0DEA3D}" type="datetimeFigureOut">
              <a:rPr lang="en-IN" smtClean="0"/>
              <a:t>27-06-2026</a:t>
            </a:fld>
            <a:endParaRPr lang="en-IN"/>
          </a:p>
        </p:txBody>
      </p:sp>
      <p:sp>
        <p:nvSpPr>
          <p:cNvPr id="8" name="Footer Placeholder 7">
            <a:extLst>
              <a:ext uri="{FF2B5EF4-FFF2-40B4-BE49-F238E27FC236}">
                <a16:creationId xmlns:a16="http://schemas.microsoft.com/office/drawing/2014/main" id="{C9E5016C-198F-079B-ED97-036FE8FEC2A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3B87B4B-4694-AF4B-C8C7-B28C3932666B}"/>
              </a:ext>
            </a:extLst>
          </p:cNvPr>
          <p:cNvSpPr>
            <a:spLocks noGrp="1"/>
          </p:cNvSpPr>
          <p:nvPr>
            <p:ph type="sldNum" sz="quarter" idx="12"/>
          </p:nvPr>
        </p:nvSpPr>
        <p:spPr/>
        <p:txBody>
          <a:bodyPr/>
          <a:lstStyle/>
          <a:p>
            <a:fld id="{92272A22-0140-4B6D-BAB3-04B8BD85D8CC}" type="slidenum">
              <a:rPr lang="en-IN" smtClean="0"/>
              <a:t>‹#›</a:t>
            </a:fld>
            <a:endParaRPr lang="en-IN"/>
          </a:p>
        </p:txBody>
      </p:sp>
    </p:spTree>
    <p:extLst>
      <p:ext uri="{BB962C8B-B14F-4D97-AF65-F5344CB8AC3E}">
        <p14:creationId xmlns:p14="http://schemas.microsoft.com/office/powerpoint/2010/main" val="11942254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98E04C-7A49-B384-C751-45A631AAF765}"/>
              </a:ext>
            </a:extLst>
          </p:cNvPr>
          <p:cNvSpPr>
            <a:spLocks noGrp="1"/>
          </p:cNvSpPr>
          <p:nvPr>
            <p:ph type="title"/>
          </p:nvPr>
        </p:nvSpPr>
        <p:spPr/>
        <p:txBody>
          <a:bodyPr/>
          <a:lstStyle/>
          <a:p>
            <a:r>
              <a:rPr lang="en-GB"/>
              <a:t>Click to edit Master title style</a:t>
            </a:r>
            <a:endParaRPr lang="en-IN"/>
          </a:p>
        </p:txBody>
      </p:sp>
      <p:sp>
        <p:nvSpPr>
          <p:cNvPr id="3" name="Date Placeholder 2">
            <a:extLst>
              <a:ext uri="{FF2B5EF4-FFF2-40B4-BE49-F238E27FC236}">
                <a16:creationId xmlns:a16="http://schemas.microsoft.com/office/drawing/2014/main" id="{CFB7BF9C-FC22-36A8-D3A4-E89F1F457926}"/>
              </a:ext>
            </a:extLst>
          </p:cNvPr>
          <p:cNvSpPr>
            <a:spLocks noGrp="1"/>
          </p:cNvSpPr>
          <p:nvPr>
            <p:ph type="dt" sz="half" idx="10"/>
          </p:nvPr>
        </p:nvSpPr>
        <p:spPr/>
        <p:txBody>
          <a:bodyPr/>
          <a:lstStyle/>
          <a:p>
            <a:fld id="{DEA70BE5-6C6A-42D5-929A-63402E0DEA3D}" type="datetimeFigureOut">
              <a:rPr lang="en-IN" smtClean="0"/>
              <a:t>27-06-2026</a:t>
            </a:fld>
            <a:endParaRPr lang="en-IN"/>
          </a:p>
        </p:txBody>
      </p:sp>
      <p:sp>
        <p:nvSpPr>
          <p:cNvPr id="4" name="Footer Placeholder 3">
            <a:extLst>
              <a:ext uri="{FF2B5EF4-FFF2-40B4-BE49-F238E27FC236}">
                <a16:creationId xmlns:a16="http://schemas.microsoft.com/office/drawing/2014/main" id="{0B6B2CD2-C94E-3CFE-9E6A-FD3BA6158A3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FA9F057-28FA-77BF-AAFB-1E2D01E11C45}"/>
              </a:ext>
            </a:extLst>
          </p:cNvPr>
          <p:cNvSpPr>
            <a:spLocks noGrp="1"/>
          </p:cNvSpPr>
          <p:nvPr>
            <p:ph type="sldNum" sz="quarter" idx="12"/>
          </p:nvPr>
        </p:nvSpPr>
        <p:spPr/>
        <p:txBody>
          <a:bodyPr/>
          <a:lstStyle/>
          <a:p>
            <a:fld id="{92272A22-0140-4B6D-BAB3-04B8BD85D8CC}" type="slidenum">
              <a:rPr lang="en-IN" smtClean="0"/>
              <a:t>‹#›</a:t>
            </a:fld>
            <a:endParaRPr lang="en-IN"/>
          </a:p>
        </p:txBody>
      </p:sp>
    </p:spTree>
    <p:extLst>
      <p:ext uri="{BB962C8B-B14F-4D97-AF65-F5344CB8AC3E}">
        <p14:creationId xmlns:p14="http://schemas.microsoft.com/office/powerpoint/2010/main" val="12896002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DC0C066-57DA-C6E7-4147-4F9CDAC6EC60}"/>
              </a:ext>
            </a:extLst>
          </p:cNvPr>
          <p:cNvSpPr>
            <a:spLocks noGrp="1"/>
          </p:cNvSpPr>
          <p:nvPr>
            <p:ph type="dt" sz="half" idx="10"/>
          </p:nvPr>
        </p:nvSpPr>
        <p:spPr/>
        <p:txBody>
          <a:bodyPr/>
          <a:lstStyle/>
          <a:p>
            <a:fld id="{DEA70BE5-6C6A-42D5-929A-63402E0DEA3D}" type="datetimeFigureOut">
              <a:rPr lang="en-IN" smtClean="0"/>
              <a:t>27-06-2026</a:t>
            </a:fld>
            <a:endParaRPr lang="en-IN"/>
          </a:p>
        </p:txBody>
      </p:sp>
      <p:sp>
        <p:nvSpPr>
          <p:cNvPr id="3" name="Footer Placeholder 2">
            <a:extLst>
              <a:ext uri="{FF2B5EF4-FFF2-40B4-BE49-F238E27FC236}">
                <a16:creationId xmlns:a16="http://schemas.microsoft.com/office/drawing/2014/main" id="{BF837182-72B5-96D4-DD90-867697A24F6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CCEDE57-FC00-97A3-DC21-8ED1CEB0EE2B}"/>
              </a:ext>
            </a:extLst>
          </p:cNvPr>
          <p:cNvSpPr>
            <a:spLocks noGrp="1"/>
          </p:cNvSpPr>
          <p:nvPr>
            <p:ph type="sldNum" sz="quarter" idx="12"/>
          </p:nvPr>
        </p:nvSpPr>
        <p:spPr/>
        <p:txBody>
          <a:bodyPr/>
          <a:lstStyle/>
          <a:p>
            <a:fld id="{92272A22-0140-4B6D-BAB3-04B8BD85D8CC}" type="slidenum">
              <a:rPr lang="en-IN" smtClean="0"/>
              <a:t>‹#›</a:t>
            </a:fld>
            <a:endParaRPr lang="en-IN"/>
          </a:p>
        </p:txBody>
      </p:sp>
    </p:spTree>
    <p:extLst>
      <p:ext uri="{BB962C8B-B14F-4D97-AF65-F5344CB8AC3E}">
        <p14:creationId xmlns:p14="http://schemas.microsoft.com/office/powerpoint/2010/main" val="185049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737B0-AAF9-95F4-3170-389D3C6E02F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N"/>
          </a:p>
        </p:txBody>
      </p:sp>
      <p:sp>
        <p:nvSpPr>
          <p:cNvPr id="3" name="Content Placeholder 2">
            <a:extLst>
              <a:ext uri="{FF2B5EF4-FFF2-40B4-BE49-F238E27FC236}">
                <a16:creationId xmlns:a16="http://schemas.microsoft.com/office/drawing/2014/main" id="{665F2D0E-A777-1D5A-B6AF-1B49BD0EB3C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Text Placeholder 3">
            <a:extLst>
              <a:ext uri="{FF2B5EF4-FFF2-40B4-BE49-F238E27FC236}">
                <a16:creationId xmlns:a16="http://schemas.microsoft.com/office/drawing/2014/main" id="{CF57ACA1-7D41-39E1-6331-A2B5E19B141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57526B4-A4CF-31A3-EDFA-F6E14DB4C4F6}"/>
              </a:ext>
            </a:extLst>
          </p:cNvPr>
          <p:cNvSpPr>
            <a:spLocks noGrp="1"/>
          </p:cNvSpPr>
          <p:nvPr>
            <p:ph type="dt" sz="half" idx="10"/>
          </p:nvPr>
        </p:nvSpPr>
        <p:spPr/>
        <p:txBody>
          <a:bodyPr/>
          <a:lstStyle/>
          <a:p>
            <a:fld id="{DEA70BE5-6C6A-42D5-929A-63402E0DEA3D}" type="datetimeFigureOut">
              <a:rPr lang="en-IN" smtClean="0"/>
              <a:t>27-06-2026</a:t>
            </a:fld>
            <a:endParaRPr lang="en-IN"/>
          </a:p>
        </p:txBody>
      </p:sp>
      <p:sp>
        <p:nvSpPr>
          <p:cNvPr id="6" name="Footer Placeholder 5">
            <a:extLst>
              <a:ext uri="{FF2B5EF4-FFF2-40B4-BE49-F238E27FC236}">
                <a16:creationId xmlns:a16="http://schemas.microsoft.com/office/drawing/2014/main" id="{929522B2-0FDE-DE82-D92E-D13D4805A62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BB0C200-DFF2-88C4-81F9-C0A7D562AA45}"/>
              </a:ext>
            </a:extLst>
          </p:cNvPr>
          <p:cNvSpPr>
            <a:spLocks noGrp="1"/>
          </p:cNvSpPr>
          <p:nvPr>
            <p:ph type="sldNum" sz="quarter" idx="12"/>
          </p:nvPr>
        </p:nvSpPr>
        <p:spPr/>
        <p:txBody>
          <a:bodyPr/>
          <a:lstStyle/>
          <a:p>
            <a:fld id="{92272A22-0140-4B6D-BAB3-04B8BD85D8CC}" type="slidenum">
              <a:rPr lang="en-IN" smtClean="0"/>
              <a:t>‹#›</a:t>
            </a:fld>
            <a:endParaRPr lang="en-IN"/>
          </a:p>
        </p:txBody>
      </p:sp>
    </p:spTree>
    <p:extLst>
      <p:ext uri="{BB962C8B-B14F-4D97-AF65-F5344CB8AC3E}">
        <p14:creationId xmlns:p14="http://schemas.microsoft.com/office/powerpoint/2010/main" val="40626011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EBC77D-0A32-814A-EEE6-784FAA1080B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N"/>
          </a:p>
        </p:txBody>
      </p:sp>
      <p:sp>
        <p:nvSpPr>
          <p:cNvPr id="3" name="Picture Placeholder 2">
            <a:extLst>
              <a:ext uri="{FF2B5EF4-FFF2-40B4-BE49-F238E27FC236}">
                <a16:creationId xmlns:a16="http://schemas.microsoft.com/office/drawing/2014/main" id="{E234C9B5-5D59-C770-44A1-F3B122EB56A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6981C26-12F2-6CD2-578B-9CAF98B99D1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B07D299-8988-8C8D-FE87-36FE7133F8B3}"/>
              </a:ext>
            </a:extLst>
          </p:cNvPr>
          <p:cNvSpPr>
            <a:spLocks noGrp="1"/>
          </p:cNvSpPr>
          <p:nvPr>
            <p:ph type="dt" sz="half" idx="10"/>
          </p:nvPr>
        </p:nvSpPr>
        <p:spPr/>
        <p:txBody>
          <a:bodyPr/>
          <a:lstStyle/>
          <a:p>
            <a:fld id="{DEA70BE5-6C6A-42D5-929A-63402E0DEA3D}" type="datetimeFigureOut">
              <a:rPr lang="en-IN" smtClean="0"/>
              <a:t>27-06-2026</a:t>
            </a:fld>
            <a:endParaRPr lang="en-IN"/>
          </a:p>
        </p:txBody>
      </p:sp>
      <p:sp>
        <p:nvSpPr>
          <p:cNvPr id="6" name="Footer Placeholder 5">
            <a:extLst>
              <a:ext uri="{FF2B5EF4-FFF2-40B4-BE49-F238E27FC236}">
                <a16:creationId xmlns:a16="http://schemas.microsoft.com/office/drawing/2014/main" id="{8C9EEC5B-61F9-E863-EFB7-F6B6C4F95BB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56BF1EC-9B12-D112-05B8-FEDE20D9147A}"/>
              </a:ext>
            </a:extLst>
          </p:cNvPr>
          <p:cNvSpPr>
            <a:spLocks noGrp="1"/>
          </p:cNvSpPr>
          <p:nvPr>
            <p:ph type="sldNum" sz="quarter" idx="12"/>
          </p:nvPr>
        </p:nvSpPr>
        <p:spPr/>
        <p:txBody>
          <a:bodyPr/>
          <a:lstStyle/>
          <a:p>
            <a:fld id="{92272A22-0140-4B6D-BAB3-04B8BD85D8CC}" type="slidenum">
              <a:rPr lang="en-IN" smtClean="0"/>
              <a:t>‹#›</a:t>
            </a:fld>
            <a:endParaRPr lang="en-IN"/>
          </a:p>
        </p:txBody>
      </p:sp>
    </p:spTree>
    <p:extLst>
      <p:ext uri="{BB962C8B-B14F-4D97-AF65-F5344CB8AC3E}">
        <p14:creationId xmlns:p14="http://schemas.microsoft.com/office/powerpoint/2010/main" val="40453236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FF9A0-B46E-795D-FEA9-FD81359F9313}"/>
              </a:ext>
            </a:extLst>
          </p:cNvPr>
          <p:cNvSpPr>
            <a:spLocks noGrp="1"/>
          </p:cNvSpPr>
          <p:nvPr>
            <p:ph type="title"/>
          </p:nvPr>
        </p:nvSpPr>
        <p:spPr/>
        <p:txBody>
          <a:bodyPr/>
          <a:lstStyle/>
          <a:p>
            <a:r>
              <a:rPr lang="en-GB"/>
              <a:t>Click to edit Master title style</a:t>
            </a:r>
            <a:endParaRPr lang="en-IN"/>
          </a:p>
        </p:txBody>
      </p:sp>
      <p:sp>
        <p:nvSpPr>
          <p:cNvPr id="3" name="Vertical Text Placeholder 2">
            <a:extLst>
              <a:ext uri="{FF2B5EF4-FFF2-40B4-BE49-F238E27FC236}">
                <a16:creationId xmlns:a16="http://schemas.microsoft.com/office/drawing/2014/main" id="{DBF23731-772C-ADC6-05A1-14D0B3B3B38C}"/>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6FD33F77-17C4-43A5-1D57-E0678082F72B}"/>
              </a:ext>
            </a:extLst>
          </p:cNvPr>
          <p:cNvSpPr>
            <a:spLocks noGrp="1"/>
          </p:cNvSpPr>
          <p:nvPr>
            <p:ph type="dt" sz="half" idx="10"/>
          </p:nvPr>
        </p:nvSpPr>
        <p:spPr/>
        <p:txBody>
          <a:bodyPr/>
          <a:lstStyle/>
          <a:p>
            <a:fld id="{DEA70BE5-6C6A-42D5-929A-63402E0DEA3D}" type="datetimeFigureOut">
              <a:rPr lang="en-IN" smtClean="0"/>
              <a:t>27-06-2026</a:t>
            </a:fld>
            <a:endParaRPr lang="en-IN"/>
          </a:p>
        </p:txBody>
      </p:sp>
      <p:sp>
        <p:nvSpPr>
          <p:cNvPr id="5" name="Footer Placeholder 4">
            <a:extLst>
              <a:ext uri="{FF2B5EF4-FFF2-40B4-BE49-F238E27FC236}">
                <a16:creationId xmlns:a16="http://schemas.microsoft.com/office/drawing/2014/main" id="{9D57519A-7676-C3B0-F078-CD80ABE2DE2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324F263-04D7-3A76-1EE9-A2A888299411}"/>
              </a:ext>
            </a:extLst>
          </p:cNvPr>
          <p:cNvSpPr>
            <a:spLocks noGrp="1"/>
          </p:cNvSpPr>
          <p:nvPr>
            <p:ph type="sldNum" sz="quarter" idx="12"/>
          </p:nvPr>
        </p:nvSpPr>
        <p:spPr/>
        <p:txBody>
          <a:bodyPr/>
          <a:lstStyle/>
          <a:p>
            <a:fld id="{92272A22-0140-4B6D-BAB3-04B8BD85D8CC}" type="slidenum">
              <a:rPr lang="en-IN" smtClean="0"/>
              <a:t>‹#›</a:t>
            </a:fld>
            <a:endParaRPr lang="en-IN"/>
          </a:p>
        </p:txBody>
      </p:sp>
    </p:spTree>
    <p:extLst>
      <p:ext uri="{BB962C8B-B14F-4D97-AF65-F5344CB8AC3E}">
        <p14:creationId xmlns:p14="http://schemas.microsoft.com/office/powerpoint/2010/main" val="4636700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C46BC46-F0C1-5AA4-E40C-529E0B6CFE3D}"/>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IN"/>
          </a:p>
        </p:txBody>
      </p:sp>
      <p:sp>
        <p:nvSpPr>
          <p:cNvPr id="3" name="Vertical Text Placeholder 2">
            <a:extLst>
              <a:ext uri="{FF2B5EF4-FFF2-40B4-BE49-F238E27FC236}">
                <a16:creationId xmlns:a16="http://schemas.microsoft.com/office/drawing/2014/main" id="{09CE10D4-AA71-8FA0-E115-3190164D82F9}"/>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FAECE07E-97D8-C1DB-9397-035F24C2DE67}"/>
              </a:ext>
            </a:extLst>
          </p:cNvPr>
          <p:cNvSpPr>
            <a:spLocks noGrp="1"/>
          </p:cNvSpPr>
          <p:nvPr>
            <p:ph type="dt" sz="half" idx="10"/>
          </p:nvPr>
        </p:nvSpPr>
        <p:spPr/>
        <p:txBody>
          <a:bodyPr/>
          <a:lstStyle/>
          <a:p>
            <a:fld id="{DEA70BE5-6C6A-42D5-929A-63402E0DEA3D}" type="datetimeFigureOut">
              <a:rPr lang="en-IN" smtClean="0"/>
              <a:t>27-06-2026</a:t>
            </a:fld>
            <a:endParaRPr lang="en-IN"/>
          </a:p>
        </p:txBody>
      </p:sp>
      <p:sp>
        <p:nvSpPr>
          <p:cNvPr id="5" name="Footer Placeholder 4">
            <a:extLst>
              <a:ext uri="{FF2B5EF4-FFF2-40B4-BE49-F238E27FC236}">
                <a16:creationId xmlns:a16="http://schemas.microsoft.com/office/drawing/2014/main" id="{803A022F-BFD5-0F62-3E5B-E075E927B70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5F6AEE8-93FE-CD15-C7E7-C765D155237B}"/>
              </a:ext>
            </a:extLst>
          </p:cNvPr>
          <p:cNvSpPr>
            <a:spLocks noGrp="1"/>
          </p:cNvSpPr>
          <p:nvPr>
            <p:ph type="sldNum" sz="quarter" idx="12"/>
          </p:nvPr>
        </p:nvSpPr>
        <p:spPr/>
        <p:txBody>
          <a:bodyPr/>
          <a:lstStyle/>
          <a:p>
            <a:fld id="{92272A22-0140-4B6D-BAB3-04B8BD85D8CC}" type="slidenum">
              <a:rPr lang="en-IN" smtClean="0"/>
              <a:t>‹#›</a:t>
            </a:fld>
            <a:endParaRPr lang="en-IN"/>
          </a:p>
        </p:txBody>
      </p:sp>
    </p:spTree>
    <p:extLst>
      <p:ext uri="{BB962C8B-B14F-4D97-AF65-F5344CB8AC3E}">
        <p14:creationId xmlns:p14="http://schemas.microsoft.com/office/powerpoint/2010/main" val="21280688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67540C7-2B39-DC6C-FB1B-197EC2F3D88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IN"/>
          </a:p>
        </p:txBody>
      </p:sp>
      <p:sp>
        <p:nvSpPr>
          <p:cNvPr id="3" name="Text Placeholder 2">
            <a:extLst>
              <a:ext uri="{FF2B5EF4-FFF2-40B4-BE49-F238E27FC236}">
                <a16:creationId xmlns:a16="http://schemas.microsoft.com/office/drawing/2014/main" id="{34B673E3-0F58-4F76-C01F-D2B25B742B8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1A70B139-42E2-7153-5E58-23994A7B719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A70BE5-6C6A-42D5-929A-63402E0DEA3D}" type="datetimeFigureOut">
              <a:rPr lang="en-IN" smtClean="0"/>
              <a:t>27-06-2026</a:t>
            </a:fld>
            <a:endParaRPr lang="en-IN"/>
          </a:p>
        </p:txBody>
      </p:sp>
      <p:sp>
        <p:nvSpPr>
          <p:cNvPr id="5" name="Footer Placeholder 4">
            <a:extLst>
              <a:ext uri="{FF2B5EF4-FFF2-40B4-BE49-F238E27FC236}">
                <a16:creationId xmlns:a16="http://schemas.microsoft.com/office/drawing/2014/main" id="{C90D8EC7-54B8-D141-1C46-EBB7CD49490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FFA917B-49BC-2DCD-E9D0-A30EBB9A471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2272A22-0140-4B6D-BAB3-04B8BD85D8CC}" type="slidenum">
              <a:rPr lang="en-IN" smtClean="0"/>
              <a:t>‹#›</a:t>
            </a:fld>
            <a:endParaRPr lang="en-IN"/>
          </a:p>
        </p:txBody>
      </p:sp>
    </p:spTree>
    <p:extLst>
      <p:ext uri="{BB962C8B-B14F-4D97-AF65-F5344CB8AC3E}">
        <p14:creationId xmlns:p14="http://schemas.microsoft.com/office/powerpoint/2010/main" val="32017700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463FD-D734-4E33-D9DC-F692C3AADA87}"/>
              </a:ext>
            </a:extLst>
          </p:cNvPr>
          <p:cNvSpPr>
            <a:spLocks noGrp="1"/>
          </p:cNvSpPr>
          <p:nvPr>
            <p:ph type="title"/>
          </p:nvPr>
        </p:nvSpPr>
        <p:spPr>
          <a:xfrm>
            <a:off x="0" y="1"/>
            <a:ext cx="11353800" cy="854438"/>
          </a:xfrm>
        </p:spPr>
        <p:txBody>
          <a:bodyPr/>
          <a:lstStyle/>
          <a:p>
            <a:r>
              <a:rPr lang="en-IN" dirty="0"/>
              <a:t>MOTHERBOARD</a:t>
            </a:r>
          </a:p>
        </p:txBody>
      </p:sp>
      <p:pic>
        <p:nvPicPr>
          <p:cNvPr id="5" name="Content Placeholder 4">
            <a:extLst>
              <a:ext uri="{FF2B5EF4-FFF2-40B4-BE49-F238E27FC236}">
                <a16:creationId xmlns:a16="http://schemas.microsoft.com/office/drawing/2014/main" id="{AD2773A3-78BE-7C81-2753-E0A788CA0FB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77915" y="674688"/>
            <a:ext cx="6100996" cy="4182125"/>
          </a:xfrm>
          <a:prstGeom prst="rect">
            <a:avLst/>
          </a:prstGeom>
        </p:spPr>
      </p:pic>
      <p:sp>
        <p:nvSpPr>
          <p:cNvPr id="6" name="TextBox 5">
            <a:extLst>
              <a:ext uri="{FF2B5EF4-FFF2-40B4-BE49-F238E27FC236}">
                <a16:creationId xmlns:a16="http://schemas.microsoft.com/office/drawing/2014/main" id="{240085BA-3124-7168-13C3-F6B1C7B46FBA}"/>
              </a:ext>
            </a:extLst>
          </p:cNvPr>
          <p:cNvSpPr txBox="1"/>
          <p:nvPr/>
        </p:nvSpPr>
        <p:spPr>
          <a:xfrm>
            <a:off x="0" y="5066675"/>
            <a:ext cx="12037102" cy="1569660"/>
          </a:xfrm>
          <a:prstGeom prst="rect">
            <a:avLst/>
          </a:prstGeom>
          <a:noFill/>
        </p:spPr>
        <p:txBody>
          <a:bodyPr wrap="square" rtlCol="0">
            <a:spAutoFit/>
          </a:bodyPr>
          <a:lstStyle/>
          <a:p>
            <a:r>
              <a:rPr lang="en-IN" sz="2400" dirty="0"/>
              <a:t>When you click on a program to open it, the </a:t>
            </a:r>
            <a:r>
              <a:rPr lang="en-IN" sz="2400" b="1" dirty="0"/>
              <a:t>CPU</a:t>
            </a:r>
            <a:r>
              <a:rPr lang="en-IN" sz="2400" dirty="0"/>
              <a:t> (the brain) sends a message across the </a:t>
            </a:r>
            <a:r>
              <a:rPr lang="en-IN" sz="2400" b="1" dirty="0"/>
              <a:t>Motherboard</a:t>
            </a:r>
            <a:r>
              <a:rPr lang="en-IN" sz="2400" dirty="0"/>
              <a:t> (the highway) to your </a:t>
            </a:r>
            <a:r>
              <a:rPr lang="en-IN" sz="2400" b="1" dirty="0"/>
              <a:t>Storage</a:t>
            </a:r>
            <a:r>
              <a:rPr lang="en-IN" sz="2400" dirty="0"/>
              <a:t> (the warehouse). The Storage sends the program's files back across the Motherboard to the </a:t>
            </a:r>
            <a:r>
              <a:rPr lang="en-IN" sz="2400" b="1" dirty="0"/>
              <a:t>RAM</a:t>
            </a:r>
            <a:r>
              <a:rPr lang="en-IN" sz="2400" dirty="0"/>
              <a:t> (the desk) so the CPU can use it quickly. The Motherboard makes sure everyone gets the data and power they need instantly.</a:t>
            </a:r>
          </a:p>
        </p:txBody>
      </p:sp>
    </p:spTree>
    <p:extLst>
      <p:ext uri="{BB962C8B-B14F-4D97-AF65-F5344CB8AC3E}">
        <p14:creationId xmlns:p14="http://schemas.microsoft.com/office/powerpoint/2010/main" val="42331578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CA5C4A-8008-37EE-EC58-5707F4AC6760}"/>
              </a:ext>
            </a:extLst>
          </p:cNvPr>
          <p:cNvSpPr>
            <a:spLocks noGrp="1"/>
          </p:cNvSpPr>
          <p:nvPr>
            <p:ph type="title"/>
          </p:nvPr>
        </p:nvSpPr>
        <p:spPr>
          <a:xfrm>
            <a:off x="0" y="1"/>
            <a:ext cx="11353800" cy="809468"/>
          </a:xfrm>
        </p:spPr>
        <p:txBody>
          <a:bodyPr/>
          <a:lstStyle/>
          <a:p>
            <a:r>
              <a:rPr lang="en-IN" dirty="0"/>
              <a:t>CPU</a:t>
            </a:r>
          </a:p>
        </p:txBody>
      </p:sp>
      <p:pic>
        <p:nvPicPr>
          <p:cNvPr id="5" name="Content Placeholder 4">
            <a:extLst>
              <a:ext uri="{FF2B5EF4-FFF2-40B4-BE49-F238E27FC236}">
                <a16:creationId xmlns:a16="http://schemas.microsoft.com/office/drawing/2014/main" id="{BDFB72FF-295C-BAD6-DCEB-8D25C985FB7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957403" y="1078768"/>
            <a:ext cx="3627619" cy="3358321"/>
          </a:xfrm>
          <a:prstGeom prst="rect">
            <a:avLst/>
          </a:prstGeom>
        </p:spPr>
      </p:pic>
      <p:sp>
        <p:nvSpPr>
          <p:cNvPr id="6" name="TextBox 5">
            <a:extLst>
              <a:ext uri="{FF2B5EF4-FFF2-40B4-BE49-F238E27FC236}">
                <a16:creationId xmlns:a16="http://schemas.microsoft.com/office/drawing/2014/main" id="{B64B6E74-4A9B-01BD-5381-973E15E794E3}"/>
              </a:ext>
            </a:extLst>
          </p:cNvPr>
          <p:cNvSpPr txBox="1"/>
          <p:nvPr/>
        </p:nvSpPr>
        <p:spPr>
          <a:xfrm>
            <a:off x="329784" y="5066675"/>
            <a:ext cx="11532432" cy="1384995"/>
          </a:xfrm>
          <a:prstGeom prst="rect">
            <a:avLst/>
          </a:prstGeom>
          <a:noFill/>
        </p:spPr>
        <p:txBody>
          <a:bodyPr wrap="square" rtlCol="0">
            <a:spAutoFit/>
          </a:bodyPr>
          <a:lstStyle/>
          <a:p>
            <a:r>
              <a:rPr lang="en-IN" sz="2800" b="1" dirty="0"/>
              <a:t>The CPU / Processor (The Mayor):</a:t>
            </a:r>
            <a:r>
              <a:rPr lang="en-IN" sz="2800" dirty="0"/>
              <a:t> This is the "brain" of the computer that gives the orders. In your photo, this is the square silver chip right in the middle (yours currently has some dried thermal paste on it!).</a:t>
            </a:r>
          </a:p>
        </p:txBody>
      </p:sp>
    </p:spTree>
    <p:extLst>
      <p:ext uri="{BB962C8B-B14F-4D97-AF65-F5344CB8AC3E}">
        <p14:creationId xmlns:p14="http://schemas.microsoft.com/office/powerpoint/2010/main" val="35128084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DFAC82-5D7F-4A31-0572-31AE65ABB6D0}"/>
              </a:ext>
            </a:extLst>
          </p:cNvPr>
          <p:cNvSpPr>
            <a:spLocks noGrp="1"/>
          </p:cNvSpPr>
          <p:nvPr>
            <p:ph type="title"/>
          </p:nvPr>
        </p:nvSpPr>
        <p:spPr>
          <a:xfrm>
            <a:off x="0" y="1"/>
            <a:ext cx="11353800" cy="681036"/>
          </a:xfrm>
        </p:spPr>
        <p:txBody>
          <a:bodyPr>
            <a:normAutofit fontScale="90000"/>
          </a:bodyPr>
          <a:lstStyle/>
          <a:p>
            <a:r>
              <a:rPr lang="en-IN" dirty="0"/>
              <a:t>HDD</a:t>
            </a:r>
          </a:p>
        </p:txBody>
      </p:sp>
      <p:sp>
        <p:nvSpPr>
          <p:cNvPr id="3" name="Content Placeholder 2">
            <a:extLst>
              <a:ext uri="{FF2B5EF4-FFF2-40B4-BE49-F238E27FC236}">
                <a16:creationId xmlns:a16="http://schemas.microsoft.com/office/drawing/2014/main" id="{3617BA1B-6520-4B58-03B1-DC72B3CADA7C}"/>
              </a:ext>
            </a:extLst>
          </p:cNvPr>
          <p:cNvSpPr>
            <a:spLocks noGrp="1"/>
          </p:cNvSpPr>
          <p:nvPr>
            <p:ph idx="1"/>
          </p:nvPr>
        </p:nvSpPr>
        <p:spPr/>
        <p:txBody>
          <a:bodyPr/>
          <a:lstStyle/>
          <a:p>
            <a:endParaRPr lang="en-IN" dirty="0"/>
          </a:p>
          <a:p>
            <a:pPr marL="0" indent="0">
              <a:buNone/>
            </a:pPr>
            <a:endParaRPr lang="en-IN" dirty="0"/>
          </a:p>
        </p:txBody>
      </p:sp>
      <p:pic>
        <p:nvPicPr>
          <p:cNvPr id="5" name="Picture 4">
            <a:extLst>
              <a:ext uri="{FF2B5EF4-FFF2-40B4-BE49-F238E27FC236}">
                <a16:creationId xmlns:a16="http://schemas.microsoft.com/office/drawing/2014/main" id="{F0E8A5CD-23F7-CB5E-D1EE-1CDF54D09C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07895" y="681037"/>
            <a:ext cx="5628869" cy="4115816"/>
          </a:xfrm>
          <a:prstGeom prst="rect">
            <a:avLst/>
          </a:prstGeom>
        </p:spPr>
      </p:pic>
      <p:sp>
        <p:nvSpPr>
          <p:cNvPr id="6" name="TextBox 5">
            <a:extLst>
              <a:ext uri="{FF2B5EF4-FFF2-40B4-BE49-F238E27FC236}">
                <a16:creationId xmlns:a16="http://schemas.microsoft.com/office/drawing/2014/main" id="{2038E6F2-E6CA-5BBA-B503-3EF41254151E}"/>
              </a:ext>
            </a:extLst>
          </p:cNvPr>
          <p:cNvSpPr txBox="1"/>
          <p:nvPr/>
        </p:nvSpPr>
        <p:spPr>
          <a:xfrm>
            <a:off x="389744" y="5306518"/>
            <a:ext cx="11353800" cy="1200329"/>
          </a:xfrm>
          <a:prstGeom prst="rect">
            <a:avLst/>
          </a:prstGeom>
          <a:noFill/>
        </p:spPr>
        <p:txBody>
          <a:bodyPr wrap="square" rtlCol="0">
            <a:spAutoFit/>
          </a:bodyPr>
          <a:lstStyle/>
          <a:p>
            <a:r>
              <a:rPr lang="en-IN" sz="2400" dirty="0"/>
              <a:t>An </a:t>
            </a:r>
            <a:r>
              <a:rPr lang="en-IN" sz="2400" b="1" dirty="0"/>
              <a:t>HDD</a:t>
            </a:r>
            <a:r>
              <a:rPr lang="en-IN" sz="2400" dirty="0"/>
              <a:t> (Hard Disk Drive) is like your computer’s permanent digital storage room—it slowly reads and writes your files onto spinning magnetic platters, safely keeping all your photos, games, and software saved even when the computer is turned completely off.</a:t>
            </a:r>
          </a:p>
        </p:txBody>
      </p:sp>
    </p:spTree>
    <p:extLst>
      <p:ext uri="{BB962C8B-B14F-4D97-AF65-F5344CB8AC3E}">
        <p14:creationId xmlns:p14="http://schemas.microsoft.com/office/powerpoint/2010/main" val="29481758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73532-E507-E99A-1689-C808BF1C3257}"/>
              </a:ext>
            </a:extLst>
          </p:cNvPr>
          <p:cNvSpPr>
            <a:spLocks noGrp="1"/>
          </p:cNvSpPr>
          <p:nvPr>
            <p:ph type="title"/>
          </p:nvPr>
        </p:nvSpPr>
        <p:spPr>
          <a:xfrm>
            <a:off x="0" y="1"/>
            <a:ext cx="11353800" cy="854438"/>
          </a:xfrm>
        </p:spPr>
        <p:txBody>
          <a:bodyPr/>
          <a:lstStyle/>
          <a:p>
            <a:r>
              <a:rPr lang="en-IN" dirty="0"/>
              <a:t>RAM</a:t>
            </a:r>
          </a:p>
        </p:txBody>
      </p:sp>
      <p:pic>
        <p:nvPicPr>
          <p:cNvPr id="5" name="Content Placeholder 4">
            <a:extLst>
              <a:ext uri="{FF2B5EF4-FFF2-40B4-BE49-F238E27FC236}">
                <a16:creationId xmlns:a16="http://schemas.microsoft.com/office/drawing/2014/main" id="{4C2D47CB-BDC7-6A8D-B798-99C3D525F3D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537680" y="704539"/>
            <a:ext cx="4137284" cy="3492708"/>
          </a:xfrm>
          <a:prstGeom prst="rect">
            <a:avLst/>
          </a:prstGeom>
        </p:spPr>
      </p:pic>
      <p:sp>
        <p:nvSpPr>
          <p:cNvPr id="6" name="TextBox 5">
            <a:extLst>
              <a:ext uri="{FF2B5EF4-FFF2-40B4-BE49-F238E27FC236}">
                <a16:creationId xmlns:a16="http://schemas.microsoft.com/office/drawing/2014/main" id="{5651BB42-5373-1959-2730-F17A95462836}"/>
              </a:ext>
            </a:extLst>
          </p:cNvPr>
          <p:cNvSpPr txBox="1"/>
          <p:nvPr/>
        </p:nvSpPr>
        <p:spPr>
          <a:xfrm>
            <a:off x="374754" y="4796852"/>
            <a:ext cx="11442492" cy="1384995"/>
          </a:xfrm>
          <a:prstGeom prst="rect">
            <a:avLst/>
          </a:prstGeom>
          <a:noFill/>
        </p:spPr>
        <p:txBody>
          <a:bodyPr wrap="square" rtlCol="0">
            <a:spAutoFit/>
          </a:bodyPr>
          <a:lstStyle/>
          <a:p>
            <a:r>
              <a:rPr lang="en-IN" sz="2800" b="1"/>
              <a:t>RAM</a:t>
            </a:r>
            <a:r>
              <a:rPr lang="en-IN" sz="2800"/>
              <a:t> (Random Access Memory) is your computer's temporary, super-fast workspace that holds the data and programs the CPU is actively using right now, but it clears completely every time the computer is turned off.</a:t>
            </a:r>
            <a:endParaRPr lang="en-IN" sz="2800" dirty="0"/>
          </a:p>
        </p:txBody>
      </p:sp>
    </p:spTree>
    <p:extLst>
      <p:ext uri="{BB962C8B-B14F-4D97-AF65-F5344CB8AC3E}">
        <p14:creationId xmlns:p14="http://schemas.microsoft.com/office/powerpoint/2010/main" val="33600346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1B406-EB5E-8D80-F7BA-3200FCF491F6}"/>
              </a:ext>
            </a:extLst>
          </p:cNvPr>
          <p:cNvSpPr>
            <a:spLocks noGrp="1"/>
          </p:cNvSpPr>
          <p:nvPr>
            <p:ph type="title"/>
          </p:nvPr>
        </p:nvSpPr>
        <p:spPr>
          <a:xfrm>
            <a:off x="0" y="1"/>
            <a:ext cx="11353800" cy="884419"/>
          </a:xfrm>
        </p:spPr>
        <p:txBody>
          <a:bodyPr/>
          <a:lstStyle/>
          <a:p>
            <a:r>
              <a:rPr lang="en-IN" dirty="0"/>
              <a:t>CPU FAN</a:t>
            </a:r>
          </a:p>
        </p:txBody>
      </p:sp>
      <p:pic>
        <p:nvPicPr>
          <p:cNvPr id="5" name="Content Placeholder 4">
            <a:extLst>
              <a:ext uri="{FF2B5EF4-FFF2-40B4-BE49-F238E27FC236}">
                <a16:creationId xmlns:a16="http://schemas.microsoft.com/office/drawing/2014/main" id="{EE20B825-64A3-AE55-05CE-37E7D5C7EB4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657600" y="989351"/>
            <a:ext cx="3837481" cy="3717560"/>
          </a:xfrm>
          <a:prstGeom prst="rect">
            <a:avLst/>
          </a:prstGeom>
        </p:spPr>
      </p:pic>
      <p:sp>
        <p:nvSpPr>
          <p:cNvPr id="6" name="TextBox 5">
            <a:extLst>
              <a:ext uri="{FF2B5EF4-FFF2-40B4-BE49-F238E27FC236}">
                <a16:creationId xmlns:a16="http://schemas.microsoft.com/office/drawing/2014/main" id="{FF853B9C-0B8E-BA5D-305B-529EE0734BEA}"/>
              </a:ext>
            </a:extLst>
          </p:cNvPr>
          <p:cNvSpPr txBox="1"/>
          <p:nvPr/>
        </p:nvSpPr>
        <p:spPr>
          <a:xfrm>
            <a:off x="314793" y="5186597"/>
            <a:ext cx="11497456" cy="1569660"/>
          </a:xfrm>
          <a:prstGeom prst="rect">
            <a:avLst/>
          </a:prstGeom>
          <a:noFill/>
        </p:spPr>
        <p:txBody>
          <a:bodyPr wrap="square" rtlCol="0">
            <a:spAutoFit/>
          </a:bodyPr>
          <a:lstStyle/>
          <a:p>
            <a:r>
              <a:rPr lang="en-IN" sz="3200" dirty="0"/>
              <a:t>A </a:t>
            </a:r>
            <a:r>
              <a:rPr lang="en-IN" sz="3200" b="1" dirty="0"/>
              <a:t>CPU fan</a:t>
            </a:r>
            <a:r>
              <a:rPr lang="en-IN" sz="3200" dirty="0"/>
              <a:t> is like a mini air conditioner that sits directly on top of your computer's brain to cool it down and prevent it from overheating while it works hard.</a:t>
            </a:r>
          </a:p>
        </p:txBody>
      </p:sp>
    </p:spTree>
    <p:extLst>
      <p:ext uri="{BB962C8B-B14F-4D97-AF65-F5344CB8AC3E}">
        <p14:creationId xmlns:p14="http://schemas.microsoft.com/office/powerpoint/2010/main" val="5241952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341DA0-AEF3-213B-4BA5-141784170F31}"/>
              </a:ext>
            </a:extLst>
          </p:cNvPr>
          <p:cNvSpPr>
            <a:spLocks noGrp="1"/>
          </p:cNvSpPr>
          <p:nvPr>
            <p:ph type="title"/>
          </p:nvPr>
        </p:nvSpPr>
        <p:spPr>
          <a:xfrm>
            <a:off x="0" y="1"/>
            <a:ext cx="11353800" cy="681036"/>
          </a:xfrm>
        </p:spPr>
        <p:txBody>
          <a:bodyPr>
            <a:normAutofit fontScale="90000"/>
          </a:bodyPr>
          <a:lstStyle/>
          <a:p>
            <a:r>
              <a:rPr lang="en-IN" dirty="0"/>
              <a:t>SMPS</a:t>
            </a:r>
          </a:p>
        </p:txBody>
      </p:sp>
      <p:pic>
        <p:nvPicPr>
          <p:cNvPr id="5" name="Content Placeholder 4">
            <a:extLst>
              <a:ext uri="{FF2B5EF4-FFF2-40B4-BE49-F238E27FC236}">
                <a16:creationId xmlns:a16="http://schemas.microsoft.com/office/drawing/2014/main" id="{6825CC12-468B-517F-FCCA-98B5FB18557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28800" y="576106"/>
            <a:ext cx="8709285" cy="3845992"/>
          </a:xfrm>
          <a:prstGeom prst="rect">
            <a:avLst/>
          </a:prstGeom>
        </p:spPr>
      </p:pic>
      <p:sp>
        <p:nvSpPr>
          <p:cNvPr id="6" name="TextBox 5">
            <a:extLst>
              <a:ext uri="{FF2B5EF4-FFF2-40B4-BE49-F238E27FC236}">
                <a16:creationId xmlns:a16="http://schemas.microsoft.com/office/drawing/2014/main" id="{90E674C3-B5B1-1100-9C26-50B430D932B3}"/>
              </a:ext>
            </a:extLst>
          </p:cNvPr>
          <p:cNvSpPr txBox="1"/>
          <p:nvPr/>
        </p:nvSpPr>
        <p:spPr>
          <a:xfrm>
            <a:off x="239844" y="4856813"/>
            <a:ext cx="11353800" cy="1815882"/>
          </a:xfrm>
          <a:prstGeom prst="rect">
            <a:avLst/>
          </a:prstGeom>
          <a:noFill/>
        </p:spPr>
        <p:txBody>
          <a:bodyPr wrap="square" rtlCol="0">
            <a:spAutoFit/>
          </a:bodyPr>
          <a:lstStyle/>
          <a:p>
            <a:r>
              <a:rPr lang="en-IN" sz="2800" dirty="0"/>
              <a:t>An </a:t>
            </a:r>
            <a:r>
              <a:rPr lang="en-IN" sz="2800" b="1" dirty="0"/>
              <a:t>SMPS</a:t>
            </a:r>
            <a:r>
              <a:rPr lang="en-IN" sz="2800" dirty="0"/>
              <a:t> (Switched-Mode Power Supply) is like your computer's personal transformer—it takes the strong, high-voltage electricity from your wall outlet and carefully converts it into the safe, steady, low-voltage power that your delicate computer parts need to run.</a:t>
            </a:r>
          </a:p>
        </p:txBody>
      </p:sp>
    </p:spTree>
    <p:extLst>
      <p:ext uri="{BB962C8B-B14F-4D97-AF65-F5344CB8AC3E}">
        <p14:creationId xmlns:p14="http://schemas.microsoft.com/office/powerpoint/2010/main" val="9456605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TotalTime>
  <Words>291</Words>
  <Application>Microsoft Office PowerPoint</Application>
  <PresentationFormat>Widescreen</PresentationFormat>
  <Paragraphs>12</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MOTHERBOARD</vt:lpstr>
      <vt:lpstr>CPU</vt:lpstr>
      <vt:lpstr>HDD</vt:lpstr>
      <vt:lpstr>RAM</vt:lpstr>
      <vt:lpstr>CPU FAN</vt:lpstr>
      <vt:lpstr>SMPS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Tanvi Sojitra</dc:creator>
  <cp:lastModifiedBy>Tanvi Sojitra</cp:lastModifiedBy>
  <cp:revision>1</cp:revision>
  <dcterms:created xsi:type="dcterms:W3CDTF">2026-06-27T10:42:32Z</dcterms:created>
  <dcterms:modified xsi:type="dcterms:W3CDTF">2026-06-27T11:10:21Z</dcterms:modified>
</cp:coreProperties>
</file>